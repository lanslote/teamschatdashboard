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-594360"/>
            <a:ext cx="3474720" cy="3474720"/>
          </a:xfrm>
          <a:prstGeom prst="arc">
            <a:avLst/>
          </a:prstGeom>
          <a:solidFill>
            <a:srgbClr val="5B5CE2">
              <a:alpha val="25000"/>
            </a:srgbClr>
          </a:solidFill>
          <a:ln w="25400">
            <a:solidFill>
              <a:srgbClr val="5B5CE2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0972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그룹챗 대시보드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67335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관리자용 설치·구성 요약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2648" y="21488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E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v1.0.4 · 2026-06-22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2999232"/>
            <a:ext cx="75438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31927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SPFx 패키지 배포 → Graph 권한 승인 → Teams 조직 앱 게시 → 사용자 설정 확인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대상과 관리자 작업 범위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관리자가 실제로 수행해야 하는 작업만 분리했습니다.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34440"/>
            <a:ext cx="73152" cy="1234440"/>
          </a:xfrm>
          <a:prstGeom prst="rect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716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SharePoint App Catalog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.sppkg 업로드와 테넌트 전체 배포를 수행합니다.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234440"/>
            <a:ext cx="73152" cy="1234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3716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Access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152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Graph delegated permission 요청을 승인합니다.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080760" y="123444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23444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13716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Admin Center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45352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앱 zip을 조직 앱으로 게시하고 앱 정책을 확인합니다.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234440" y="297180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34440" y="2971800"/>
            <a:ext cx="73152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99032" y="310896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 users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99032" y="3383280"/>
            <a:ext cx="2697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개인 앱에서 채팅을 선택하고 즐겨찾기를 구성합니다.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971800"/>
            <a:ext cx="73152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10896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담당자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28032" y="3383280"/>
            <a:ext cx="2697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업그레이드와 권한/캐시 문제를 점검합니다.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02920" y="486460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그룹챗 대시보드 · v1.0.4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321040" y="4828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5C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구성 아키텍처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Azure AD 앱 등록 없이 SPFx의 Graph 클라이언트와 SharePoint API access 승인 흐름을 사용합니다.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5B5C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313432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개인 앱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6334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실행 화면</a:t>
            </a:r>
            <a:endParaRPr lang="en-US" sz="760" dirty="0"/>
          </a:p>
        </p:txBody>
      </p:sp>
      <p:sp>
        <p:nvSpPr>
          <p:cNvPr id="7" name="Shape 5"/>
          <p:cNvSpPr/>
          <p:nvPr/>
        </p:nvSpPr>
        <p:spPr>
          <a:xfrm>
            <a:off x="2286000" y="2478024"/>
            <a:ext cx="292608" cy="256032"/>
          </a:xfrm>
          <a:prstGeom prst="rightArrow">
            <a:avLst/>
          </a:prstGeom>
          <a:solidFill>
            <a:srgbClr val="98A2B3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21488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61488" y="2313432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SPFx 웹파트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6334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대시보드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4434840" y="2478024"/>
            <a:ext cx="292608" cy="256032"/>
          </a:xfrm>
          <a:prstGeom prst="rightArrow">
            <a:avLst/>
          </a:prstGeom>
          <a:solidFill>
            <a:srgbClr val="98A2B3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21488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2313432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Graph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6334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/me/chats, /me/extensions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6583680" y="2478024"/>
            <a:ext cx="292608" cy="256032"/>
          </a:xfrm>
          <a:prstGeom prst="rightArrow">
            <a:avLst/>
          </a:prstGeom>
          <a:solidFill>
            <a:srgbClr val="98A2B3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21488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2313432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승인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26334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access / Teams 앱 정책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914400" y="3657600"/>
            <a:ext cx="7315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657600"/>
            <a:ext cx="7315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379476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" y="4069080"/>
            <a:ext cx="7040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자신이 참여한 채팅만 조회하며, 선택 채팅/즐겨찾기 설정은 사용자별 Graph Open Extension에 저장됩니다.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02920" y="486460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그룹챗 대시보드 · v1.0.4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321040" y="4828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5C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 체크리스트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전에 권한, 정책, 산출물을 먼저 확인합니다.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3703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43000"/>
            <a:ext cx="73152" cy="868680"/>
          </a:xfrm>
          <a:prstGeom prst="rect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801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관리자 역할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" y="1554480"/>
            <a:ext cx="3429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SharePoint 앱 카탈로그, Graph API 권한 승인, Teams 앱 게시 권한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3703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143000"/>
            <a:ext cx="73152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2801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배포 파일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5192" y="1554480"/>
            <a:ext cx="3429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teamchatdashboard.sppkg, teamchatdashboard-teams.zip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94360" y="2423160"/>
            <a:ext cx="3703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42316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5603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Teams 앱 정책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" y="2834640"/>
            <a:ext cx="3429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앱 업로드 허용, 대상 사용자 앱 사용 가능 상태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800600" y="2423160"/>
            <a:ext cx="3703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423160"/>
            <a:ext cx="73152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25603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검증 계정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65192" y="2834640"/>
            <a:ext cx="3429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Teams 채팅에 참여한 사용자 계정으로 첫 실행 검증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02920" y="486460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그룹챗 대시보드 · v1.0.4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321040" y="4828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5C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흐름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관리자 실행 순서입니다.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548640" cy="548640"/>
          </a:xfrm>
          <a:prstGeom prst="ellipse">
            <a:avLst/>
          </a:prstGeom>
          <a:solidFill>
            <a:srgbClr val="5B5C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276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52728" y="1755648"/>
            <a:ext cx="960120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2286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 다운로드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624328"/>
            <a:ext cx="1325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.sppkg와 Teams zip 확보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322576" y="1481328"/>
            <a:ext cx="548640" cy="548640"/>
          </a:xfrm>
          <a:prstGeom prst="ellipse">
            <a:avLst/>
          </a:prstGeom>
          <a:solidFill>
            <a:srgbClr val="5B5C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22576" y="16276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16936" y="1755648"/>
            <a:ext cx="960120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02536" y="2286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SharePoint 배포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38528" y="2624328"/>
            <a:ext cx="1325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Catalog 업로드 및 테넌트 배포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3986784" y="1481328"/>
            <a:ext cx="548640" cy="548640"/>
          </a:xfrm>
          <a:prstGeom prst="ellipse">
            <a:avLst/>
          </a:prstGeom>
          <a:solidFill>
            <a:srgbClr val="5B5C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86784" y="16276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81144" y="1755648"/>
            <a:ext cx="960120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66744" y="2286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 권한 승인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02736" y="2624328"/>
            <a:ext cx="1325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Chat.Read 등 API access 승인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5650992" y="1481328"/>
            <a:ext cx="548640" cy="548640"/>
          </a:xfrm>
          <a:prstGeom prst="ellipse">
            <a:avLst/>
          </a:prstGeom>
          <a:solidFill>
            <a:srgbClr val="5B5C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6276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45352" y="1755648"/>
            <a:ext cx="960120" cy="0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0952" y="2286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앱 게시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66944" y="2624328"/>
            <a:ext cx="1325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앱 카탈로그 업로드/허용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7315200" y="1481328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16276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2286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검증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31152" y="2624328"/>
            <a:ext cx="1325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앱 실행 및 설정 저장 확인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822960" y="3794760"/>
            <a:ext cx="7498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3794760"/>
            <a:ext cx="73152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393192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검증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4206240"/>
            <a:ext cx="7223760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앱 상세 버전 1.0.4, SharePoint 솔루션 1.0.4.0, Graph 권한 승인 완료 상태를 함께 확인합니다.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02920" y="486460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그룹챗 대시보드 · v1.0.4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321040" y="4828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5C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Graph 권한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권한은 사용자 위임 권한이며, 사용자가 접근 가능한 채팅 범위 안에서만 동작합니다.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70432"/>
            <a:ext cx="73152" cy="1005840"/>
          </a:xfrm>
          <a:prstGeom prst="rect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075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Chat.Read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" y="1581912"/>
            <a:ext cx="1600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참여한 Teams 채팅과 마지막 메시지 조회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697480" y="1170432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97480" y="1170432"/>
            <a:ext cx="73152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62072" y="13075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User.Read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62072" y="1581912"/>
            <a:ext cx="1600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사용자 기본 정보 조회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800600" y="1170432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170432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3075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User.ReadBasic.All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5192" y="1581912"/>
            <a:ext cx="1600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멤버 기본 정보 표시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903720" y="1170432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170432"/>
            <a:ext cx="73152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68312" y="1307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User.ReadWrite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68312" y="1581912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사용자별 설정 저장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914400" y="3017520"/>
            <a:ext cx="73152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3017520"/>
            <a:ext cx="73152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315468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저장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3429000"/>
            <a:ext cx="7040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채팅, 즐겨찾기, 마지막 확인 시각, 정렬/보기 설정은 Graph Open Extension com.scout.teamchatdashboard.prefs에 저장됩니다.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02920" y="486460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그룹챗 대시보드 · v1.0.4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321040" y="4828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5C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화면 예시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대화, 즐겨찾기, 내 활동 화면은 동일한 검색/정렬/보기 전환 UX를 사용합니다.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75488" y="1161288"/>
            <a:ext cx="2660904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pic>
        <p:nvPicPr>
          <p:cNvPr id="5" name="Image 0" descr="그룹 대화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2606040" cy="1435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97480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대화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3246120" y="1161288"/>
            <a:ext cx="2660904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pic>
        <p:nvPicPr>
          <p:cNvPr id="8" name="Image 1" descr="즐겨찾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188720"/>
            <a:ext cx="2606040" cy="1435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3552" y="2697480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즐겨찾기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6007608" y="1161288"/>
            <a:ext cx="2660904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pic>
        <p:nvPicPr>
          <p:cNvPr id="11" name="Image 2" descr="내 활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2606040" cy="1435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35040" y="2697480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활동</a:t>
            </a:r>
            <a:endParaRPr lang="en-US" sz="750" dirty="0"/>
          </a:p>
        </p:txBody>
      </p:sp>
      <p:sp>
        <p:nvSpPr>
          <p:cNvPr id="13" name="Shape 8"/>
          <p:cNvSpPr/>
          <p:nvPr/>
        </p:nvSpPr>
        <p:spPr>
          <a:xfrm>
            <a:off x="1005840" y="3520440"/>
            <a:ext cx="7132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1005840" y="3520440"/>
            <a:ext cx="73152" cy="685800"/>
          </a:xfrm>
          <a:prstGeom prst="rect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170432" y="36576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관점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170432" y="3931920"/>
            <a:ext cx="6858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보이지 않는 경우 먼저 Graph 권한 승인 상태와 대상 사용자의 Teams 채팅 참여 여부를 확인합니다.</a:t>
            </a:r>
            <a:endParaRPr lang="en-US" sz="880" dirty="0"/>
          </a:p>
        </p:txBody>
      </p:sp>
      <p:sp>
        <p:nvSpPr>
          <p:cNvPr id="17" name="Text 12"/>
          <p:cNvSpPr/>
          <p:nvPr/>
        </p:nvSpPr>
        <p:spPr>
          <a:xfrm>
            <a:off x="502920" y="486460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그룹챗 대시보드 · v1.0.4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8321040" y="4828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5C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설정 화면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대시보드에 표시할 채팅과 즐겨찾기를 사용자가 직접 선택합니다.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051560"/>
            <a:ext cx="4992624" cy="2761488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</p:spPr>
      </p:sp>
      <p:pic>
        <p:nvPicPr>
          <p:cNvPr id="5" name="Image 0" descr="설정 화면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78992"/>
            <a:ext cx="4937760" cy="2706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85876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화면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080760" y="1143000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80760" y="1143000"/>
            <a:ext cx="73152" cy="685800"/>
          </a:xfrm>
          <a:prstGeom prst="rect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45352" y="128016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토글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45352" y="1554480"/>
            <a:ext cx="2148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대시보드에 노출할 채팅을 선택합니다.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6080760" y="2084832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80760" y="2084832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45352" y="22219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즐겨찾기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45352" y="2496312"/>
            <a:ext cx="2148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보는 채팅을 즐겨찾기 화면에 모읍니다.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080760" y="3026664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0760" y="3026664"/>
            <a:ext cx="73152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45352" y="31638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저장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45352" y="3438144"/>
            <a:ext cx="2148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사용자별 Open Extension에 저장되어 기기 간 유지됩니다.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502920" y="486460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그룹챗 대시보드 · v1.0.4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321040" y="4828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5C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운영·업데이트 포인트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064" y="758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버전과 캐시 문제가 가장 흔한 운영 이슈입니다.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3703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43000"/>
            <a:ext cx="73152" cy="868680"/>
          </a:xfrm>
          <a:prstGeom prst="rect">
            <a:avLst/>
          </a:prstGeom>
          <a:solidFill>
            <a:srgbClr val="5B5CE2"/>
          </a:solidFill>
          <a:ln w="12700">
            <a:solidFill>
              <a:srgbClr val="5B5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801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동기화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" y="1554480"/>
            <a:ext cx="3429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package.json version, solution.version, Teams manifest version을 함께 관리합니다.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3703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143000"/>
            <a:ext cx="73152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2801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클린 패키징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5192" y="1554480"/>
            <a:ext cx="3429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SPFx 재배포 전 gulp clean 후 ship 번들/패키지를 생성합니다.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94360" y="2423160"/>
            <a:ext cx="3703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42316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5603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캐시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" y="2834640"/>
            <a:ext cx="3429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버전이 계속 보이면 앱 제거 후 재설치와 Teams 새로고침을 수행합니다.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800600" y="2423160"/>
            <a:ext cx="3703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EAECF0"/>
            </a:solidFill>
            <a:prstDash val="solid"/>
          </a:ln>
          <a:effectLst>
            <a:outerShdw sx="100000" sy="100000" kx="0" ky="0" algn="bl" rotWithShape="0" blurRad="12700" dist="12700" dir="2700000">
              <a:srgbClr val="101828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423160"/>
            <a:ext cx="73152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25603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재확인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65192" y="2834640"/>
            <a:ext cx="3429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미표시는 API access 승인 상태와 반영 지연을 먼저 확인합니다.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02920" y="486460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그룹챗 대시보드 · v1.0.4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321040" y="4828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5C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8580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확인 체크리스트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46304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SharePoint 솔루션 1.0.4.0 배포 완료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29384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8366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Graph 권한 4종 승인 완료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35000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30428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Teams 조직 앱 1.0.4 게시/허용 완료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770632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249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Teams 개인 앱 실행 및 설정 저장 확인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91256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14553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 시 README와 Word 가이드의 체크리스트 참조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977640"/>
            <a:ext cx="777240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51376"/>
            <a:ext cx="7406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https://github.com/lanslote/TeamsChatDashboard/releases/tag/v1.0.4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Microsoft Scout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Teams 그룹챗 대시보드 관리자 설치·구성 가이드</dc:title>
  <dc:subject>Teams 그룹챗 대시보드 관리자 설치 구성 요약</dc:subject>
  <dc:creator>Scout</dc:creator>
  <cp:lastModifiedBy>Scout</cp:lastModifiedBy>
  <cp:revision>1</cp:revision>
  <dcterms:created xsi:type="dcterms:W3CDTF">2026-06-22T09:46:01Z</dcterms:created>
  <dcterms:modified xsi:type="dcterms:W3CDTF">2026-06-22T09:46:01Z</dcterms:modified>
</cp:coreProperties>
</file>